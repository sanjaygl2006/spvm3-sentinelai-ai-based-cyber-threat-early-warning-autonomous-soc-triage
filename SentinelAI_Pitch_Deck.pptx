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800" b="1">
                <a:solidFill>
                  <a:srgbClr val="00D4FF"/>
                </a:solidFill>
              </a:defRPr>
            </a:pPr>
            <a:r>
              <a:t>🛡️ SENTINELAI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t>AI-Based Cyber Threat Early Warning &amp; Autonomous SOC Triage</a:t>
            </a:r>
          </a:p>
          <a:p>
            <a:br/>
            <a:pPr algn="ctr">
              <a:defRPr sz="1500">
                <a:solidFill>
                  <a:srgbClr val="94A3B8"/>
                </a:solidFill>
              </a:defRPr>
            </a:pPr>
            <a:r>
              <a:t>Purpose-Built for Government IT Teams • Hackathon Edition</a:t>
            </a:r>
          </a:p>
          <a:p>
            <a:br/>
            <a:pPr algn="ctr">
              <a:defRPr sz="1300">
                <a:solidFill>
                  <a:srgbClr val="2563EB"/>
                </a:solidFill>
              </a:defRPr>
            </a:pPr>
            <a:r>
              <a:t>Author / Lead Engineer: Sanjay G L | Stack: Python 3.11, FastAPI, XGBoost, React,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Crisis in Public Sector Cyber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F4444"/>
                </a:solidFill>
              </a:defRPr>
            </a:pPr>
            <a:r>
              <a:t>■  Massive Log Deluge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Municipal &amp; state departments collect 10M+ events/day across network, auth, and web endpoints. Raw logs are completely unreadable at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■  Extreme Analyst Scarcity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Most public IT teams operate with only 1–2 generalist admins, lacking the multimillion-dollar budget required for a 24/7 dedicated SOC.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■  Alert Fatigue &amp; High Noise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Legacy IDS/SIEM tools generate hundreds of low-fidelity alerts daily. Analysts cannot tell which alert is most dangerous or why it fired.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F4444"/>
                </a:solidFill>
              </a:defRPr>
            </a:pPr>
            <a:r>
              <a:t>■  Delayed Breach Discovery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Severe attacks (credential theft, SQL injection, data exfiltration) are detected weeks after damage is done, violating CERT-In reporting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PRODUCT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SentinelAI: Answers the 3 Critical SOC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F4444"/>
                </a:solidFill>
              </a:defRPr>
            </a:pPr>
            <a:r>
              <a:t>1. What is Most Dangerous?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0–100 Calibrated Risk Score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Dynamic SVG circular risk ring, threat prioritization queue, and severity classification (Critical, High, Med, Low) weighted by mission-critical asset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D4FF"/>
                </a:solidFill>
              </a:defRPr>
            </a:pPr>
            <a:r>
              <a:t>2. Why Was It Flagged?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Explainable AI (XAI) Telemetry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Plain-language evidence items (e.g., 1,420 failed auths in 60s, database query injections), model confidence %, and MITRE ATT&amp;CK technique mapping.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3. What Should I Do Now?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Autonomous Playbook &amp; Contain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Tickable interactive remediation checklist, segmented triage status toggle, and one-click simulated containment (Block IP / Isolate Host) with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DETECTION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Multi-Layered Hybrid AI Detection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⚙️ Layer 1: Feature Aggregation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Rolling 5-minute time windows per source IP. Extracts 8 statistical features: login failures, distinct destination ports, outbound bytes, error ratios, SQLi hits, off-hours flag.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⚙️ Layer 2: Deterministic Rule Engine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Zero-latency explainable heuristic filters for recognized signatures (Brute Force, Port Scan, SQL Injection, Request Flood DoS, Data Exfiltration).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⚙️ Layer 3: IsolationForest Anomaly Engine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Unsupervised scikit-learn anomaly detector identifying novel deviations from benign traffic baselines without requiring historical attack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⚙️ Layer 4: Supervised XGBoost Ensemble (v3)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Trained ensemble classifier outputting calibrated probability scores, boosting risk assessment and feature attribution.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EVALUATION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Real-Dataset Evaluation &amp; Training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Held-Out Test Performance (Model v3)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Precision:  100.00%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Recall:  100.00%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F1-Score:  100.00%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ROC-AUC:  1.0000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False-Positive Rate:  0.00%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Test Windows Evaluated:  1,341 windows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Class Imbalance Weight:  172.78 (scale_pos_weight)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Datasets Integrated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1. CICIDS2017 (Univ. of New Brunswick):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Captures FTP/SSH-Patator Brute Force, Slowloris, Hulk DoS, Heartbleed, SQLi, Infiltration, and LOIT DDoS.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2. Loghub (LogPAI System Logs):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Real application &amp; server logs (OpenSSH auth, Apache HTTP access logs, Linux syslog) for authentic noise.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3. Strictly Time-Based Split (70% Train, 30% Test):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Eliminates data leakage. Real measured confusion matrix: TN=1335, FP=0, FN=0, TP=6.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AI FORENSIC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Forensic Agent: 'Did They Steal the Data?'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🤖 Automated Data Theft Verdict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Directly evaluates whether sensitive data was exfiltrated. Labels incidents: CONFIRMED DATA THEFT (Critical Breach), PROBABLE COMPROMISE, or THEFT PREVENTED.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🤖 Blast Radius &amp; Volume Estimation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Calculates exfiltrated byte payload (e.g. 4.8 GB compressed 7z), identifies targeted asset tables (taxpayer, finance_db), and flags PII/credentials at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🤖 Conversational SOC Chatbot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Interactive chat interface allowing analysts to query attack telemetry, inspect MITRE techniques, and evaluate live scenarios with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🤖 Statutory CERT-In Notification</a:t>
            </a:r>
          </a:p>
          <a:p>
            <a:br/>
            <a:pPr>
              <a:defRPr sz="1250">
                <a:solidFill>
                  <a:srgbClr val="F8FAFC"/>
                </a:solidFill>
              </a:defRPr>
            </a:pPr>
            <a:r>
              <a:t>Automatically alerts analysts when incident severity requires mandatory reporting under Indian Cyber Security Directions (Direction 6 within 6 hours).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 Live Injected Attack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🚨 Brute Force (SSH Bastion)  |  IP: 45.12.98.201  |  Risk: 100 / Critical  |  MITRE: T1110.001</a:t>
            </a:r>
          </a:p>
          <a:p>
            <a:pPr>
              <a:defRPr sz="1100">
                <a:solidFill>
                  <a:srgbClr val="00D4FF"/>
                </a:solidFill>
              </a:defRPr>
            </a:pPr>
            <a:r>
              <a:t>Response: 1,420 failed auths -&gt; Blocked at edge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🚨 SQL Injection (Taxpayer API)  |  IP: 103.77.12.9  |  Risk: 95 / Critical  |  MITRE: T1190</a:t>
            </a:r>
          </a:p>
          <a:p>
            <a:pPr>
              <a:defRPr sz="1100">
                <a:solidFill>
                  <a:srgbClr val="00D4FF"/>
                </a:solidFill>
              </a:defRPr>
            </a:pPr>
            <a:r>
              <a:t>Response: 84 UNION SELECT stacked queries -&gt; WAF rule #942100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🚨 Request Flood (DoS)  |  IP: 91.200.12.4  |  Risk: 91 / Critical  |  MITRE: T1498.001</a:t>
            </a:r>
          </a:p>
          <a:p>
            <a:pPr>
              <a:defRPr sz="1100">
                <a:solidFill>
                  <a:srgbClr val="00D4FF"/>
                </a:solidFill>
              </a:defRPr>
            </a:pPr>
            <a:r>
              <a:t>Response: 28,400 HTTP POST/sec -&gt; Rate limiting &amp; CAPTCHA challenge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🚨 Port Scan (DMZ Perimeter)  |  IP: 185.220.101.7  |  Risk: 89 / Critical  |  MITRE: T1046</a:t>
            </a:r>
          </a:p>
          <a:p>
            <a:pPr>
              <a:defRPr sz="1100">
                <a:solidFill>
                  <a:srgbClr val="00D4FF"/>
                </a:solidFill>
              </a:defRPr>
            </a:pPr>
            <a:r>
              <a:t>Response: SYN sweep across 1,024 ports from Tor exit node -&gt; Null-routed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🚨 Data Exfiltration (Finance WS)  |  IP: 10.0.3.77  |  Risk: 84 / High  |  MITRE: T1048.003</a:t>
            </a:r>
          </a:p>
          <a:p>
            <a:pPr>
              <a:defRPr sz="1100">
                <a:solidFill>
                  <a:srgbClr val="00D4FF"/>
                </a:solidFill>
              </a:defRPr>
            </a:pPr>
            <a:r>
              <a:t>Response: 4.8 GB off-hours upload to S3 -&gt; Internal host isolated via EDR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Production Architecture &amp; Automated CI/CD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Frontend Client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Single Self-Contained HTML Dashboard</a:t>
            </a:r>
            <a:br/>
            <a:r>
              <a:t>• Zero-dependency inline CSS/JS</a:t>
            </a:r>
            <a:br/>
            <a:r>
              <a:t>• Dark/Light theme with CSS tokens</a:t>
            </a:r>
            <a:br/>
            <a:r>
              <a:t>• Manrope &amp; JetBrains Mono typography</a:t>
            </a:r>
            <a:br/>
            <a:r>
              <a:t>• Standalone browser executable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Backend Services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Python 3.11 + FastAPI Architecture</a:t>
            </a:r>
            <a:br/>
            <a:r>
              <a:t>• Async endpoints with SSE streaming</a:t>
            </a:r>
            <a:br/>
            <a:r>
              <a:t>• SQLAlchemy 2.0 &amp; SQLite WAL mode</a:t>
            </a:r>
            <a:br/>
            <a:r>
              <a:t>• Indexed events &amp; alerts tables</a:t>
            </a:r>
            <a:br/>
            <a:r>
              <a:t>• ReportLab PDF incident exporter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Automated CI/CD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GitHub Actions Pipeline (.github/workflows/ci.yml)</a:t>
            </a:r>
            <a:br/>
            <a:r>
              <a:t>• Ruff linting &amp; code formatting</a:t>
            </a:r>
            <a:br/>
            <a:r>
              <a:t>• Pytest backend &amp; model test suite</a:t>
            </a:r>
            <a:br/>
            <a:r>
              <a:t>• Frontend build verification</a:t>
            </a:r>
            <a:br/>
            <a:r>
              <a:t>• Standalone dashboard asset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TRANSPARENCY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Honest Limitations &amp; Post-Hackathon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• Simulated Containment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Current containment actions dispatch SQLite blocklist updates and audit logs. They do not alter physical border hardware or BGP routes in this demo phase.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• Threshold Calibration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Demo thresholds are optimized for deterministic evaluation velocity. Real enterprise deployment requires tuning against organizational baselines.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• Phase 21 Roadmap: Early Warning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Markov / sequential stage transition models predicting attack kill-chains (Scan -&gt; Brute Force -&gt; Account Takeover) before final alert fires.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• Phase 23 Roadmap: Incident Correlation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Automated correlation clustering multiple alerts from identical subnets/users into unified incident timelines.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HACKATHON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Anticipated Judge Q&amp;A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Q: Why use a hybrid rule + Isolation Forest + XGBoost approach instead of deep learning?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A: Government teams require transparent explainability (XAI) and deterministic latency. Rules catch known threats instantly, IsolationForest discovers unknown zero-days, and XGBoost verifies probability—all without black-box opacity.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Q: How does SentinelAI scale on large enterprise log volumes?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A: By computing rolling 5-minute statistical windows per IP, raw log volume is reduced by 99% into compact feature vectors before running ML inference, enabling SQLite/PostgreSQL to handle millions of rows efficiently.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Q: What makes this immediately usable for small civic IT teams?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A: Zero setup friction. The dashboard runs in any modern browser without npm build steps, answers the three core triage questions in seconds, and provides 1-click containment with full CERT-In compliance audit trails.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